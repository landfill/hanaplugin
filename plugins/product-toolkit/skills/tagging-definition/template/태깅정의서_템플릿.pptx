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21" r:id="rId5"/>
    <p:sldId id="325" r:id="rId6"/>
    <p:sldId id="332" r:id="rId7"/>
    <p:sldId id="401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A126170-F58E-41E3-8D26-F17DBC8D1CD7}">
          <p14:sldIdLst>
            <p14:sldId id="321"/>
            <p14:sldId id="325"/>
            <p14:sldId id="332"/>
            <p14:sldId id="401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89F647-A652-7FF2-B9AD-CAB1FD172CDB}" name="위다은" initials="다위" userId="S::daeunwe3349@hanatour.com::78a3392a-b01f-4fdf-9684-c5e6fefa7bef" providerId="AD"/>
  <p188:author id="{7C5126E4-FDC4-FE0B-9872-500AC7F1E399}" name="손성혜B" initials="성손" userId="S::sh.sohn@hanatour.com::d6bfa01c-785b-4965-aab1-e1836c4cd0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한상민" initials="한" lastIdx="3" clrIdx="0">
    <p:extLst>
      <p:ext uri="{19B8F6BF-5375-455C-9EA6-DF929625EA0E}">
        <p15:presenceInfo xmlns:p15="http://schemas.microsoft.com/office/powerpoint/2012/main" userId="S::hbs1229@hanatour.com::1c3345db-326f-4257-94c8-fc044e3b8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AEFF5"/>
    <a:srgbClr val="646465"/>
    <a:srgbClr val="CCCCCC"/>
    <a:srgbClr val="E85387"/>
    <a:srgbClr val="C00000"/>
    <a:srgbClr val="FFFFFF"/>
    <a:srgbClr val="393B46"/>
    <a:srgbClr val="000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478827-850D-6AF4-7C9E-9A494754D267}" v="29" dt="2025-11-25T01:02:46.075"/>
    <p1510:client id="{911EDC5C-B8C6-A378-43DD-1CE867BFBBBF}" v="2" dt="2025-11-25T00:15:50.631"/>
    <p1510:client id="{D4178426-9930-F818-E2E9-506C0E5E6054}" v="2" dt="2025-11-24T06:02:12.772"/>
    <p1510:client id="{DE744B54-5A3E-42D0-8E0E-ACE5B6641802}" v="31" dt="2025-11-24T05:42:05.5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E945DBF-BDC0-40C1-93D3-E4C36B3D21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80EC6D-FC22-4312-92E6-677D67DC06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E503-4A5B-49AC-B2BE-FF46CA043398}" type="datetimeFigureOut">
              <a:rPr lang="ko-KR" altLang="en-US" smtClean="0"/>
              <a:t>2026. 3. 5.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7F7F8-A3F3-4270-A06F-1A05BBFC1E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D16EAE-CC23-435D-BA7F-A8545EFA4E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99EA4-7337-4E5A-A36E-3F286335C7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577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DF1C7-E124-4AE9-95EF-D074387B8D28}" type="datetimeFigureOut">
              <a:rPr lang="ko-KR" altLang="en-US" smtClean="0"/>
              <a:t>2026. 3. 5.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7473E-E883-4CEF-8E06-85708BBC1D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55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387B78FA-2DE7-45D4-A506-4F1D521527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698" y="5766583"/>
            <a:ext cx="2300604" cy="1625723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4D38531-AC5C-44C7-A806-5C80A36A4747}"/>
              </a:ext>
            </a:extLst>
          </p:cNvPr>
          <p:cNvCxnSpPr/>
          <p:nvPr userDrawn="1"/>
        </p:nvCxnSpPr>
        <p:spPr>
          <a:xfrm>
            <a:off x="0" y="3542240"/>
            <a:ext cx="12192000" cy="0"/>
          </a:xfrm>
          <a:prstGeom prst="line">
            <a:avLst/>
          </a:prstGeom>
          <a:ln w="57150">
            <a:solidFill>
              <a:srgbClr val="5E2B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EA3BE994-323C-41A8-AA58-91F50C8376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4159" y="2647833"/>
            <a:ext cx="10440238" cy="78116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375077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토리보드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4BF66AE-1C21-4A00-A7F9-A379AE61D2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73470315"/>
              </p:ext>
            </p:extLst>
          </p:nvPr>
        </p:nvGraphicFramePr>
        <p:xfrm>
          <a:off x="9323508" y="40767"/>
          <a:ext cx="2781198" cy="605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73">
                  <a:extLst>
                    <a:ext uri="{9D8B030D-6E8A-4147-A177-3AD203B41FA5}">
                      <a16:colId xmlns:a16="http://schemas.microsoft.com/office/drawing/2014/main" val="831715918"/>
                    </a:ext>
                  </a:extLst>
                </a:gridCol>
                <a:gridCol w="729758">
                  <a:extLst>
                    <a:ext uri="{9D8B030D-6E8A-4147-A177-3AD203B41FA5}">
                      <a16:colId xmlns:a16="http://schemas.microsoft.com/office/drawing/2014/main" val="2173742454"/>
                    </a:ext>
                  </a:extLst>
                </a:gridCol>
                <a:gridCol w="548053">
                  <a:extLst>
                    <a:ext uri="{9D8B030D-6E8A-4147-A177-3AD203B41FA5}">
                      <a16:colId xmlns:a16="http://schemas.microsoft.com/office/drawing/2014/main" val="90814499"/>
                    </a:ext>
                  </a:extLst>
                </a:gridCol>
                <a:gridCol w="851814">
                  <a:extLst>
                    <a:ext uri="{9D8B030D-6E8A-4147-A177-3AD203B41FA5}">
                      <a16:colId xmlns:a16="http://schemas.microsoft.com/office/drawing/2014/main" val="3992951082"/>
                    </a:ext>
                  </a:extLst>
                </a:gridCol>
              </a:tblGrid>
              <a:tr h="287172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작성자</a:t>
                      </a:r>
                      <a:endParaRPr lang="en-US" altLang="ko-KR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작성일</a:t>
                      </a:r>
                      <a:endParaRPr lang="en-US" altLang="ko-KR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093875"/>
                  </a:ext>
                </a:extLst>
              </a:tr>
              <a:tr h="318137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ko-KR" altLang="en-US" sz="800" b="1">
                        <a:solidFill>
                          <a:schemeClr val="tx2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975383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F3697-FCB9-4DD5-9684-C9EF853BF5E1}"/>
              </a:ext>
            </a:extLst>
          </p:cNvPr>
          <p:cNvSpPr/>
          <p:nvPr userDrawn="1"/>
        </p:nvSpPr>
        <p:spPr>
          <a:xfrm>
            <a:off x="50244" y="45114"/>
            <a:ext cx="9194033" cy="272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91A268-46D7-44B1-A1F1-738432036A99}"/>
              </a:ext>
            </a:extLst>
          </p:cNvPr>
          <p:cNvSpPr/>
          <p:nvPr userDrawn="1"/>
        </p:nvSpPr>
        <p:spPr>
          <a:xfrm>
            <a:off x="9319194" y="644450"/>
            <a:ext cx="2785173" cy="2494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900" b="1" spc="3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900" b="1" spc="3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A4276E-0E54-4E9D-98D6-DF1F3E674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56" y="52646"/>
            <a:ext cx="9110050" cy="2358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altLang="ko-KR" sz="1000" smtClean="0">
                <a:latin typeface="+mn-ea"/>
              </a:defRPr>
            </a:lvl1pPr>
          </a:lstStyle>
          <a:p>
            <a:r>
              <a:rPr lang="en-US" altLang="ko-KR">
                <a:latin typeface="+mn-ea"/>
                <a:ea typeface="+mn-ea"/>
              </a:rPr>
              <a:t>[AI-151][H-AI]</a:t>
            </a:r>
            <a:r>
              <a:rPr lang="ko-KR" altLang="en-US">
                <a:latin typeface="+mn-ea"/>
                <a:ea typeface="+mn-ea"/>
              </a:rPr>
              <a:t>투어리스트용 </a:t>
            </a:r>
            <a:r>
              <a:rPr lang="en-US" altLang="ko-KR">
                <a:latin typeface="+mn-ea"/>
                <a:ea typeface="+mn-ea"/>
              </a:rPr>
              <a:t>H-AI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92BD0-1F29-41B1-ADCB-383DD5889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2667" y="347197"/>
            <a:ext cx="2103045" cy="2764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8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AD71055-A0C5-485A-A469-6D7D07EEF57B}"/>
              </a:ext>
            </a:extLst>
          </p:cNvPr>
          <p:cNvSpPr txBox="1">
            <a:spLocks/>
          </p:cNvSpPr>
          <p:nvPr userDrawn="1"/>
        </p:nvSpPr>
        <p:spPr>
          <a:xfrm>
            <a:off x="9962104" y="47975"/>
            <a:ext cx="728663" cy="28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0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endParaRPr lang="ko-KR" altLang="en-US" sz="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E93AF49-B404-498D-B7B8-9BCD7DA4A481}"/>
              </a:ext>
            </a:extLst>
          </p:cNvPr>
          <p:cNvSpPr txBox="1">
            <a:spLocks/>
          </p:cNvSpPr>
          <p:nvPr userDrawn="1"/>
        </p:nvSpPr>
        <p:spPr>
          <a:xfrm>
            <a:off x="11243217" y="47975"/>
            <a:ext cx="842962" cy="28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0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endParaRPr lang="ko-KR" altLang="en-US" sz="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E352BD4-3744-4EBD-A4B0-55F756E412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80912" y="60947"/>
            <a:ext cx="728663" cy="259455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/>
              <a:t>위다은</a:t>
            </a:r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4D584898-1712-4F6B-8BB2-47940B5F8F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243217" y="47974"/>
            <a:ext cx="842962" cy="285400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A9684A-16EF-4AD5-8F15-3729F34DF854}"/>
              </a:ext>
            </a:extLst>
          </p:cNvPr>
          <p:cNvSpPr/>
          <p:nvPr userDrawn="1"/>
        </p:nvSpPr>
        <p:spPr>
          <a:xfrm>
            <a:off x="50243" y="298561"/>
            <a:ext cx="9194033" cy="651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슬라이드 번호 개체 틀 4">
            <a:extLst>
              <a:ext uri="{FF2B5EF4-FFF2-40B4-BE49-F238E27FC236}">
                <a16:creationId xmlns:a16="http://schemas.microsoft.com/office/drawing/2014/main" id="{E02CC659-E0D3-45BE-9886-B2E7875174DC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63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스토리보드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4BF66AE-1C21-4A00-A7F9-A379AE61D2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4172966"/>
              </p:ext>
            </p:extLst>
          </p:nvPr>
        </p:nvGraphicFramePr>
        <p:xfrm>
          <a:off x="9323508" y="40767"/>
          <a:ext cx="2781198" cy="605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573">
                  <a:extLst>
                    <a:ext uri="{9D8B030D-6E8A-4147-A177-3AD203B41FA5}">
                      <a16:colId xmlns:a16="http://schemas.microsoft.com/office/drawing/2014/main" val="831715918"/>
                    </a:ext>
                  </a:extLst>
                </a:gridCol>
                <a:gridCol w="729758">
                  <a:extLst>
                    <a:ext uri="{9D8B030D-6E8A-4147-A177-3AD203B41FA5}">
                      <a16:colId xmlns:a16="http://schemas.microsoft.com/office/drawing/2014/main" val="2173742454"/>
                    </a:ext>
                  </a:extLst>
                </a:gridCol>
                <a:gridCol w="548053">
                  <a:extLst>
                    <a:ext uri="{9D8B030D-6E8A-4147-A177-3AD203B41FA5}">
                      <a16:colId xmlns:a16="http://schemas.microsoft.com/office/drawing/2014/main" val="90814499"/>
                    </a:ext>
                  </a:extLst>
                </a:gridCol>
                <a:gridCol w="851814">
                  <a:extLst>
                    <a:ext uri="{9D8B030D-6E8A-4147-A177-3AD203B41FA5}">
                      <a16:colId xmlns:a16="http://schemas.microsoft.com/office/drawing/2014/main" val="3992951082"/>
                    </a:ext>
                  </a:extLst>
                </a:gridCol>
              </a:tblGrid>
              <a:tr h="287172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작성자</a:t>
                      </a:r>
                      <a:endParaRPr lang="en-US" altLang="ko-KR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120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작성일</a:t>
                      </a:r>
                      <a:endParaRPr lang="en-US" altLang="ko-KR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093875"/>
                  </a:ext>
                </a:extLst>
              </a:tr>
              <a:tr h="318137"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ko-KR" altLang="en-US" sz="800" b="1">
                        <a:solidFill>
                          <a:schemeClr val="tx2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975383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F3697-FCB9-4DD5-9684-C9EF853BF5E1}"/>
              </a:ext>
            </a:extLst>
          </p:cNvPr>
          <p:cNvSpPr/>
          <p:nvPr userDrawn="1"/>
        </p:nvSpPr>
        <p:spPr>
          <a:xfrm>
            <a:off x="50244" y="45114"/>
            <a:ext cx="9194033" cy="272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91A268-46D7-44B1-A1F1-738432036A99}"/>
              </a:ext>
            </a:extLst>
          </p:cNvPr>
          <p:cNvSpPr/>
          <p:nvPr userDrawn="1"/>
        </p:nvSpPr>
        <p:spPr>
          <a:xfrm>
            <a:off x="9319194" y="644450"/>
            <a:ext cx="2785173" cy="2494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900" b="1" spc="3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900" b="1" spc="3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A4276E-0E54-4E9D-98D6-DF1F3E674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56" y="52646"/>
            <a:ext cx="9110050" cy="2358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altLang="ko-KR" sz="1000" smtClean="0">
                <a:latin typeface="+mn-ea"/>
              </a:defRPr>
            </a:lvl1pPr>
          </a:lstStyle>
          <a:p>
            <a:r>
              <a:rPr lang="en-US" altLang="ko-KR">
                <a:latin typeface="+mn-ea"/>
                <a:ea typeface="+mn-ea"/>
              </a:rPr>
              <a:t>[AI-151][H-AI]</a:t>
            </a:r>
            <a:r>
              <a:rPr lang="ko-KR" altLang="en-US">
                <a:latin typeface="+mn-ea"/>
                <a:ea typeface="+mn-ea"/>
              </a:rPr>
              <a:t>투어리스트용 </a:t>
            </a:r>
            <a:r>
              <a:rPr lang="en-US" altLang="ko-KR">
                <a:latin typeface="+mn-ea"/>
                <a:ea typeface="+mn-ea"/>
              </a:rPr>
              <a:t>H-AI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92BD0-1F29-41B1-ADCB-383DD5889E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2667" y="347197"/>
            <a:ext cx="2103045" cy="2764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8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AD71055-A0C5-485A-A469-6D7D07EEF57B}"/>
              </a:ext>
            </a:extLst>
          </p:cNvPr>
          <p:cNvSpPr txBox="1">
            <a:spLocks/>
          </p:cNvSpPr>
          <p:nvPr userDrawn="1"/>
        </p:nvSpPr>
        <p:spPr>
          <a:xfrm>
            <a:off x="9962104" y="47975"/>
            <a:ext cx="728663" cy="28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0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endParaRPr lang="ko-KR" altLang="en-US" sz="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E93AF49-B404-498D-B7B8-9BCD7DA4A481}"/>
              </a:ext>
            </a:extLst>
          </p:cNvPr>
          <p:cNvSpPr txBox="1">
            <a:spLocks/>
          </p:cNvSpPr>
          <p:nvPr userDrawn="1"/>
        </p:nvSpPr>
        <p:spPr>
          <a:xfrm>
            <a:off x="11243217" y="47975"/>
            <a:ext cx="842962" cy="28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0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endParaRPr lang="ko-KR" altLang="en-US" sz="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E352BD4-3744-4EBD-A4B0-55F756E412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80912" y="60947"/>
            <a:ext cx="728663" cy="259455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/>
              <a:t>위다은</a:t>
            </a:r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4D584898-1712-4F6B-8BB2-47940B5F8F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243217" y="47974"/>
            <a:ext cx="842962" cy="285400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A9684A-16EF-4AD5-8F15-3729F34DF854}"/>
              </a:ext>
            </a:extLst>
          </p:cNvPr>
          <p:cNvSpPr/>
          <p:nvPr userDrawn="1"/>
        </p:nvSpPr>
        <p:spPr>
          <a:xfrm>
            <a:off x="50243" y="298562"/>
            <a:ext cx="9194033" cy="636402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슬라이드 번호 개체 틀 4">
            <a:extLst>
              <a:ext uri="{FF2B5EF4-FFF2-40B4-BE49-F238E27FC236}">
                <a16:creationId xmlns:a16="http://schemas.microsoft.com/office/drawing/2014/main" id="{E02CC659-E0D3-45BE-9886-B2E7875174DC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FB3BF3-7B51-FDF3-060B-CA670A3CFA7F}"/>
              </a:ext>
            </a:extLst>
          </p:cNvPr>
          <p:cNvSpPr/>
          <p:nvPr userDrawn="1"/>
        </p:nvSpPr>
        <p:spPr>
          <a:xfrm>
            <a:off x="101560" y="6700190"/>
            <a:ext cx="9115550" cy="1285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이어서</a:t>
            </a:r>
          </a:p>
        </p:txBody>
      </p:sp>
    </p:spTree>
    <p:extLst>
      <p:ext uri="{BB962C8B-B14F-4D97-AF65-F5344CB8AC3E}">
        <p14:creationId xmlns:p14="http://schemas.microsoft.com/office/powerpoint/2010/main" val="132577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스토리보드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C91A268-46D7-44B1-A1F1-738432036A99}"/>
              </a:ext>
            </a:extLst>
          </p:cNvPr>
          <p:cNvSpPr/>
          <p:nvPr userDrawn="1"/>
        </p:nvSpPr>
        <p:spPr>
          <a:xfrm>
            <a:off x="9319194" y="38249"/>
            <a:ext cx="2785173" cy="2494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900" b="1" spc="3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900" b="1" spc="3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AD71055-A0C5-485A-A469-6D7D07EEF57B}"/>
              </a:ext>
            </a:extLst>
          </p:cNvPr>
          <p:cNvSpPr txBox="1">
            <a:spLocks/>
          </p:cNvSpPr>
          <p:nvPr userDrawn="1"/>
        </p:nvSpPr>
        <p:spPr>
          <a:xfrm>
            <a:off x="9962104" y="47975"/>
            <a:ext cx="728663" cy="28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0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endParaRPr lang="ko-KR" altLang="en-US" sz="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E93AF49-B404-498D-B7B8-9BCD7DA4A481}"/>
              </a:ext>
            </a:extLst>
          </p:cNvPr>
          <p:cNvSpPr txBox="1">
            <a:spLocks/>
          </p:cNvSpPr>
          <p:nvPr userDrawn="1"/>
        </p:nvSpPr>
        <p:spPr>
          <a:xfrm>
            <a:off x="11243217" y="47975"/>
            <a:ext cx="842962" cy="28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0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endParaRPr lang="ko-KR" altLang="en-US" sz="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A9684A-16EF-4AD5-8F15-3729F34DF854}"/>
              </a:ext>
            </a:extLst>
          </p:cNvPr>
          <p:cNvSpPr/>
          <p:nvPr userDrawn="1"/>
        </p:nvSpPr>
        <p:spPr>
          <a:xfrm>
            <a:off x="50243" y="298561"/>
            <a:ext cx="9194033" cy="651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슬라이드 번호 개체 틀 4">
            <a:extLst>
              <a:ext uri="{FF2B5EF4-FFF2-40B4-BE49-F238E27FC236}">
                <a16:creationId xmlns:a16="http://schemas.microsoft.com/office/drawing/2014/main" id="{E02CC659-E0D3-45BE-9886-B2E7875174DC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FB7F58-F2FC-80FF-48FF-F3A47ABA2970}"/>
              </a:ext>
            </a:extLst>
          </p:cNvPr>
          <p:cNvSpPr/>
          <p:nvPr userDrawn="1"/>
        </p:nvSpPr>
        <p:spPr>
          <a:xfrm>
            <a:off x="101560" y="60947"/>
            <a:ext cx="9115550" cy="1285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이어서</a:t>
            </a:r>
          </a:p>
        </p:txBody>
      </p:sp>
    </p:spTree>
    <p:extLst>
      <p:ext uri="{BB962C8B-B14F-4D97-AF65-F5344CB8AC3E}">
        <p14:creationId xmlns:p14="http://schemas.microsoft.com/office/powerpoint/2010/main" val="245592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스토리보드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55EEF5-548D-B52D-CC3B-1BE5F39FAE90}"/>
              </a:ext>
            </a:extLst>
          </p:cNvPr>
          <p:cNvSpPr/>
          <p:nvPr userDrawn="1"/>
        </p:nvSpPr>
        <p:spPr>
          <a:xfrm>
            <a:off x="50243" y="298562"/>
            <a:ext cx="9194033" cy="636402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91A268-46D7-44B1-A1F1-738432036A99}"/>
              </a:ext>
            </a:extLst>
          </p:cNvPr>
          <p:cNvSpPr/>
          <p:nvPr userDrawn="1"/>
        </p:nvSpPr>
        <p:spPr>
          <a:xfrm>
            <a:off x="9319194" y="38249"/>
            <a:ext cx="2785173" cy="2494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900" b="1" spc="3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</a:t>
            </a:r>
            <a:endParaRPr lang="ko-KR" altLang="en-US" sz="900" b="1" spc="3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AD71055-A0C5-485A-A469-6D7D07EEF57B}"/>
              </a:ext>
            </a:extLst>
          </p:cNvPr>
          <p:cNvSpPr txBox="1">
            <a:spLocks/>
          </p:cNvSpPr>
          <p:nvPr userDrawn="1"/>
        </p:nvSpPr>
        <p:spPr>
          <a:xfrm>
            <a:off x="9962104" y="47975"/>
            <a:ext cx="728663" cy="28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0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endParaRPr lang="ko-KR" altLang="en-US" sz="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E93AF49-B404-498D-B7B8-9BCD7DA4A481}"/>
              </a:ext>
            </a:extLst>
          </p:cNvPr>
          <p:cNvSpPr txBox="1">
            <a:spLocks/>
          </p:cNvSpPr>
          <p:nvPr userDrawn="1"/>
        </p:nvSpPr>
        <p:spPr>
          <a:xfrm>
            <a:off x="11243217" y="47975"/>
            <a:ext cx="842962" cy="285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0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endParaRPr lang="ko-KR" altLang="en-US" sz="800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슬라이드 번호 개체 틀 4">
            <a:extLst>
              <a:ext uri="{FF2B5EF4-FFF2-40B4-BE49-F238E27FC236}">
                <a16:creationId xmlns:a16="http://schemas.microsoft.com/office/drawing/2014/main" id="{E02CC659-E0D3-45BE-9886-B2E7875174DC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FB7F58-F2FC-80FF-48FF-F3A47ABA2970}"/>
              </a:ext>
            </a:extLst>
          </p:cNvPr>
          <p:cNvSpPr/>
          <p:nvPr userDrawn="1"/>
        </p:nvSpPr>
        <p:spPr>
          <a:xfrm>
            <a:off x="101560" y="60947"/>
            <a:ext cx="9115550" cy="1285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이어서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24FDD3-722C-4320-ABCB-93ECD0F984C3}"/>
              </a:ext>
            </a:extLst>
          </p:cNvPr>
          <p:cNvSpPr/>
          <p:nvPr userDrawn="1"/>
        </p:nvSpPr>
        <p:spPr>
          <a:xfrm>
            <a:off x="101560" y="6700190"/>
            <a:ext cx="9115550" cy="1285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이어서</a:t>
            </a:r>
          </a:p>
        </p:txBody>
      </p:sp>
    </p:spTree>
    <p:extLst>
      <p:ext uri="{BB962C8B-B14F-4D97-AF65-F5344CB8AC3E}">
        <p14:creationId xmlns:p14="http://schemas.microsoft.com/office/powerpoint/2010/main" val="53977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스토리보드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F3697-FCB9-4DD5-9684-C9EF853BF5E1}"/>
              </a:ext>
            </a:extLst>
          </p:cNvPr>
          <p:cNvSpPr/>
          <p:nvPr userDrawn="1"/>
        </p:nvSpPr>
        <p:spPr>
          <a:xfrm>
            <a:off x="50244" y="45114"/>
            <a:ext cx="12091512" cy="272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A4276E-0E54-4E9D-98D6-DF1F3E674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56" y="52646"/>
            <a:ext cx="12052388" cy="2358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altLang="ko-KR" sz="1000" smtClean="0">
                <a:latin typeface="+mn-ea"/>
              </a:defRPr>
            </a:lvl1pPr>
          </a:lstStyle>
          <a:p>
            <a:r>
              <a:rPr lang="en-US" altLang="ko-KR">
                <a:latin typeface="+mn-ea"/>
                <a:ea typeface="+mn-ea"/>
              </a:rPr>
              <a:t>[AI-151][H-AI]</a:t>
            </a:r>
            <a:r>
              <a:rPr lang="ko-KR" altLang="en-US">
                <a:latin typeface="+mn-ea"/>
                <a:ea typeface="+mn-ea"/>
              </a:rPr>
              <a:t>투어리스트용 </a:t>
            </a:r>
            <a:r>
              <a:rPr lang="en-US" altLang="ko-KR">
                <a:latin typeface="+mn-ea"/>
                <a:ea typeface="+mn-ea"/>
              </a:rPr>
              <a:t>H-AI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A9684A-16EF-4AD5-8F15-3729F34DF854}"/>
              </a:ext>
            </a:extLst>
          </p:cNvPr>
          <p:cNvSpPr/>
          <p:nvPr userDrawn="1"/>
        </p:nvSpPr>
        <p:spPr>
          <a:xfrm>
            <a:off x="50243" y="298561"/>
            <a:ext cx="12091513" cy="651146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슬라이드 번호 개체 틀 4">
            <a:extLst>
              <a:ext uri="{FF2B5EF4-FFF2-40B4-BE49-F238E27FC236}">
                <a16:creationId xmlns:a16="http://schemas.microsoft.com/office/drawing/2014/main" id="{E02CC659-E0D3-45BE-9886-B2E7875174DC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970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1FAE5B5-7384-45FA-BED4-60359666D919}"/>
              </a:ext>
            </a:extLst>
          </p:cNvPr>
          <p:cNvCxnSpPr>
            <a:cxnSpLocks/>
          </p:cNvCxnSpPr>
          <p:nvPr userDrawn="1"/>
        </p:nvCxnSpPr>
        <p:spPr>
          <a:xfrm>
            <a:off x="0" y="570851"/>
            <a:ext cx="12192000" cy="0"/>
          </a:xfrm>
          <a:prstGeom prst="line">
            <a:avLst/>
          </a:prstGeom>
          <a:ln w="6350">
            <a:solidFill>
              <a:srgbClr val="2C3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4AAEF5BC-C318-4C65-BB54-23BB96316B6F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2A5C8A9E-98D1-42F6-963D-5C24F31FDC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258" y="118220"/>
            <a:ext cx="10515600" cy="432536"/>
          </a:xfrm>
        </p:spPr>
        <p:txBody>
          <a:bodyPr>
            <a:normAutofit/>
          </a:bodyPr>
          <a:lstStyle>
            <a:lvl1pPr>
              <a:defRPr sz="14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페이지 제목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22E7217-41C0-4599-88A9-32C111EB8A0B}"/>
              </a:ext>
            </a:extLst>
          </p:cNvPr>
          <p:cNvCxnSpPr>
            <a:cxnSpLocks/>
          </p:cNvCxnSpPr>
          <p:nvPr userDrawn="1"/>
        </p:nvCxnSpPr>
        <p:spPr>
          <a:xfrm>
            <a:off x="0" y="6530946"/>
            <a:ext cx="12192000" cy="0"/>
          </a:xfrm>
          <a:prstGeom prst="line">
            <a:avLst/>
          </a:prstGeom>
          <a:ln w="6350">
            <a:solidFill>
              <a:srgbClr val="2C30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77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스토리보드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4A9684A-16EF-4AD5-8F15-3729F34DF854}"/>
              </a:ext>
            </a:extLst>
          </p:cNvPr>
          <p:cNvSpPr/>
          <p:nvPr userDrawn="1"/>
        </p:nvSpPr>
        <p:spPr>
          <a:xfrm>
            <a:off x="50243" y="46875"/>
            <a:ext cx="12091513" cy="67631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슬라이드 번호 개체 틀 4">
            <a:extLst>
              <a:ext uri="{FF2B5EF4-FFF2-40B4-BE49-F238E27FC236}">
                <a16:creationId xmlns:a16="http://schemas.microsoft.com/office/drawing/2014/main" id="{E02CC659-E0D3-45BE-9886-B2E7875174DC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788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E4A395-B79C-E08C-0DB5-254E3EC2E7BE}"/>
              </a:ext>
            </a:extLst>
          </p:cNvPr>
          <p:cNvSpPr/>
          <p:nvPr userDrawn="1"/>
        </p:nvSpPr>
        <p:spPr>
          <a:xfrm>
            <a:off x="0" y="0"/>
            <a:ext cx="12192001" cy="4687503"/>
          </a:xfrm>
          <a:prstGeom prst="rect">
            <a:avLst/>
          </a:prstGeom>
          <a:solidFill>
            <a:srgbClr val="6232B9"/>
          </a:solidFill>
          <a:ln>
            <a:noFill/>
          </a:ln>
          <a:effectLst>
            <a:outerShdw blurRad="381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A3BE994-323C-41A8-AA58-91F50C8376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4159" y="3086544"/>
            <a:ext cx="10440238" cy="781167"/>
          </a:xfrm>
        </p:spPr>
        <p:txBody>
          <a:bodyPr anchor="ctr"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기획안 제목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DB86B2-AE85-4CC8-A522-2DBBF6F8CDF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889023"/>
              </p:ext>
            </p:extLst>
          </p:nvPr>
        </p:nvGraphicFramePr>
        <p:xfrm>
          <a:off x="8550497" y="5448297"/>
          <a:ext cx="3432954" cy="1083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7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2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소속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621787"/>
                  </a:ext>
                </a:extLst>
              </a:tr>
              <a:tr h="3612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2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최종 업데이트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DB393D19-1190-4231-A1C7-EA65CE54DB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56149" y="6204306"/>
            <a:ext cx="2154333" cy="28482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9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B5F1BB64-B349-4E89-81A6-B3F461C59F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56149" y="5481985"/>
            <a:ext cx="2154333" cy="28482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9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395BC48D-9F09-4281-8D54-A2ACF13CB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56149" y="5845691"/>
            <a:ext cx="2154333" cy="28482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9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B421953-D747-F3FB-E471-C08EA32127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7215" y="4795633"/>
            <a:ext cx="1066236" cy="26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B1F0051-DB67-45A4-BAAB-2BAF9CB03E2A}"/>
              </a:ext>
            </a:extLst>
          </p:cNvPr>
          <p:cNvSpPr/>
          <p:nvPr userDrawn="1"/>
        </p:nvSpPr>
        <p:spPr>
          <a:xfrm>
            <a:off x="1" y="3"/>
            <a:ext cx="12192000" cy="91756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8ADA2A-9E9D-41DE-9957-48C1D8C4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687"/>
            <a:ext cx="10515600" cy="365125"/>
          </a:xfrm>
        </p:spPr>
        <p:txBody>
          <a:bodyPr>
            <a:noAutofit/>
          </a:bodyPr>
          <a:lstStyle>
            <a:lvl1pPr>
              <a:defRPr sz="12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8072864C-CDCF-1694-8E5E-C715E448B2D8}"/>
              </a:ext>
            </a:extLst>
          </p:cNvPr>
          <p:cNvSpPr txBox="1">
            <a:spLocks/>
          </p:cNvSpPr>
          <p:nvPr userDrawn="1"/>
        </p:nvSpPr>
        <p:spPr>
          <a:xfrm>
            <a:off x="10549128" y="6547571"/>
            <a:ext cx="1575816" cy="2635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79285F0-0F6F-464D-84C8-9E7CE7BB8F2D}" type="slidenum">
              <a:rPr lang="ko-KR" altLang="en-US" sz="9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r"/>
              <a:t>‹#›</a:t>
            </a:fld>
            <a:endParaRPr lang="ko-KR" altLang="en-US" sz="900" b="1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6D7F70D-2199-CEEC-7B38-F1C86E2645EC}"/>
              </a:ext>
            </a:extLst>
          </p:cNvPr>
          <p:cNvCxnSpPr>
            <a:cxnSpLocks/>
          </p:cNvCxnSpPr>
          <p:nvPr userDrawn="1"/>
        </p:nvCxnSpPr>
        <p:spPr>
          <a:xfrm>
            <a:off x="0" y="6547571"/>
            <a:ext cx="1219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스크린샷, 그래픽, 폰트, 디자인이(가) 표시된 사진">
            <a:extLst>
              <a:ext uri="{FF2B5EF4-FFF2-40B4-BE49-F238E27FC236}">
                <a16:creationId xmlns:a16="http://schemas.microsoft.com/office/drawing/2014/main" id="{766B21EF-2A89-51AD-B3E6-20CD00A989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786" y="-298735"/>
            <a:ext cx="203778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30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5D203D-DCE8-4E17-803F-0F4A4B80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989EDD-5F06-482C-80D7-361898659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9D0B4-904E-415F-80D5-99F0EBCD9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0C4E4-B8D7-44C5-AE75-A2A151027218}" type="datetimeFigureOut">
              <a:rPr lang="ko-KR" altLang="en-US" smtClean="0"/>
              <a:t>2026. 3. 5.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3B3BF-92B3-48E5-A6B3-3EC004FF3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64440-46D4-453B-AD07-4D5774445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285F0-0F6F-464D-84C8-9E7CE7BB8F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77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4" r:id="rId2"/>
    <p:sldLayoutId id="2147483670" r:id="rId3"/>
    <p:sldLayoutId id="2147483671" r:id="rId4"/>
    <p:sldLayoutId id="2147483672" r:id="rId5"/>
    <p:sldLayoutId id="2147483668" r:id="rId6"/>
    <p:sldLayoutId id="2147483661" r:id="rId7"/>
    <p:sldLayoutId id="2147483674" r:id="rId8"/>
    <p:sldLayoutId id="2147483673" r:id="rId9"/>
    <p:sldLayoutId id="2147483675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D1887F0-3AEC-4C5A-BFDD-46D7049FE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  <a:ea typeface="+mn-ea"/>
              </a:rPr>
              <a:t>[</a:t>
            </a:r>
            <a:r>
              <a:rPr lang="ko-KR" altLang="en-US" dirty="0">
                <a:latin typeface="+mn-ea"/>
                <a:ea typeface="+mn-ea"/>
              </a:rPr>
              <a:t>서비스명</a:t>
            </a:r>
            <a:r>
              <a:rPr lang="en-US" altLang="ko-KR" dirty="0">
                <a:latin typeface="+mn-ea"/>
                <a:ea typeface="+mn-ea"/>
              </a:rPr>
              <a:t>]</a:t>
            </a:r>
            <a:r>
              <a:rPr lang="ko-KR" altLang="en-US" dirty="0" err="1">
                <a:latin typeface="+mn-ea"/>
                <a:ea typeface="+mn-ea"/>
              </a:rPr>
              <a:t>태깅</a:t>
            </a:r>
            <a:r>
              <a:rPr lang="ko-KR" altLang="en-US" dirty="0">
                <a:latin typeface="+mn-ea"/>
                <a:ea typeface="+mn-ea"/>
              </a:rPr>
              <a:t> 정의서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265CF9-77F8-4B5E-B3F9-520C8DF84B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n-ea"/>
                <a:ea typeface="나눔고딕"/>
              </a:rPr>
              <a:t>YYYY.MM.DD</a:t>
            </a:r>
            <a:endParaRPr lang="ko-KR" altLang="en-US" sz="900" b="0" dirty="0">
              <a:solidFill>
                <a:schemeClr val="tx1"/>
              </a:solidFill>
              <a:latin typeface="나눔고딕"/>
              <a:ea typeface="나눔고딕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2E4409D-060A-4A0A-B208-62A64752BC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A </a:t>
            </a:r>
            <a:r>
              <a:rPr lang="ko-KR" altLang="en-US" dirty="0">
                <a:latin typeface="+mn-ea"/>
              </a:rPr>
              <a:t>팀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2F05ECA-405D-43BD-931D-E72BE7C073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홍길동</a:t>
            </a:r>
          </a:p>
        </p:txBody>
      </p:sp>
    </p:spTree>
    <p:extLst>
      <p:ext uri="{BB962C8B-B14F-4D97-AF65-F5344CB8AC3E}">
        <p14:creationId xmlns:p14="http://schemas.microsoft.com/office/powerpoint/2010/main" val="2849949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6D7F1A-EDEE-6119-C0A6-30042188C456}"/>
              </a:ext>
            </a:extLst>
          </p:cNvPr>
          <p:cNvSpPr txBox="1"/>
          <p:nvPr/>
        </p:nvSpPr>
        <p:spPr>
          <a:xfrm>
            <a:off x="319788" y="504814"/>
            <a:ext cx="1836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solidFill>
                  <a:srgbClr val="5E2BB8"/>
                </a:solidFill>
                <a:latin typeface="+mj-ea"/>
                <a:ea typeface="+mj-ea"/>
              </a:rPr>
              <a:t>HISTORY</a:t>
            </a:r>
            <a:endParaRPr lang="ko-KR" altLang="en-US" sz="2000" b="1" dirty="0">
              <a:solidFill>
                <a:srgbClr val="5E2BB8"/>
              </a:solidFill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CE1C10-5CC7-719A-26A0-0C0FDA4B1CAA}"/>
              </a:ext>
            </a:extLst>
          </p:cNvPr>
          <p:cNvGraphicFramePr>
            <a:graphicFrameLocks noGrp="1"/>
          </p:cNvGraphicFramePr>
          <p:nvPr/>
        </p:nvGraphicFramePr>
        <p:xfrm>
          <a:off x="464995" y="1175851"/>
          <a:ext cx="11354471" cy="4097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8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0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>
                          <a:latin typeface="+mn-ea"/>
                          <a:ea typeface="+mn-ea"/>
                        </a:rPr>
                        <a:t>1.0.0</a:t>
                      </a: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>
                          <a:latin typeface="+mn-ea"/>
                          <a:ea typeface="+mn-ea"/>
                        </a:rPr>
                        <a:t>2026.02.23</a:t>
                      </a: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Draftify AI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900">
                          <a:latin typeface="+mn-ea"/>
                          <a:ea typeface="+mn-ea"/>
                        </a:rPr>
                        <a:t>초기 버전 작성</a:t>
                      </a: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175141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8186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75957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038369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729712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296724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444425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02317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207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06113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522125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040243"/>
                  </a:ext>
                </a:extLst>
              </a:tr>
              <a:tr h="19998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90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615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876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ko-KR" altLang="en-US" sz="1600" b="1" dirty="0"/>
              <a:t>개요</a:t>
            </a:r>
            <a:endParaRPr sz="1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ko-KR" altLang="en-US" sz="1200" b="1" dirty="0" err="1">
                <a:solidFill>
                  <a:srgbClr val="5E2BB8"/>
                </a:solidFill>
              </a:rPr>
              <a:t>태깅</a:t>
            </a:r>
            <a:r>
              <a:rPr lang="ko-KR" altLang="en-US" sz="1200" b="1" dirty="0">
                <a:solidFill>
                  <a:srgbClr val="5E2BB8"/>
                </a:solidFill>
              </a:rPr>
              <a:t> 범위</a:t>
            </a:r>
            <a:endParaRPr sz="1200" b="1" dirty="0">
              <a:solidFill>
                <a:srgbClr val="5E2BB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8007" y="1444751"/>
            <a:ext cx="10972800" cy="1319713"/>
          </a:xfrm>
          <a:prstGeom prst="rect">
            <a:avLst/>
          </a:prstGeom>
          <a:noFill/>
        </p:spPr>
        <p:txBody>
          <a:bodyPr wrap="square"/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(PC) </a:t>
            </a:r>
            <a:r>
              <a:rPr lang="ko-KR" altLang="en-US" sz="1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통검</a:t>
            </a:r>
            <a:r>
              <a:rPr lang="ko-KR" alt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&gt;</a:t>
            </a:r>
            <a:r>
              <a:rPr lang="ko-KR" alt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1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추천탭</a:t>
            </a:r>
            <a:endParaRPr lang="en-US" altLang="ko-KR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(MO) </a:t>
            </a:r>
            <a:r>
              <a:rPr lang="ko-KR" altLang="en-US" sz="1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통검</a:t>
            </a:r>
            <a:r>
              <a:rPr lang="ko-KR" alt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&gt;</a:t>
            </a:r>
            <a:r>
              <a:rPr lang="ko-KR" altLang="en-US" sz="1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1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추천탭</a:t>
            </a:r>
            <a:endParaRPr lang="en-US" altLang="ko-KR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2814-9DDF-1185-DB37-2C73A4AD5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29967A-E438-67D7-8189-9A583DB8FE9F}"/>
              </a:ext>
            </a:extLst>
          </p:cNvPr>
          <p:cNvSpPr/>
          <p:nvPr/>
        </p:nvSpPr>
        <p:spPr>
          <a:xfrm>
            <a:off x="365760" y="512064"/>
            <a:ext cx="256032" cy="256032"/>
          </a:xfrm>
          <a:prstGeom prst="rect">
            <a:avLst/>
          </a:prstGeom>
          <a:solidFill>
            <a:srgbClr val="5E2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4DD0E-AA15-B80E-4B65-86B61862FFD2}"/>
              </a:ext>
            </a:extLst>
          </p:cNvPr>
          <p:cNvSpPr txBox="1"/>
          <p:nvPr/>
        </p:nvSpPr>
        <p:spPr>
          <a:xfrm>
            <a:off x="685800" y="457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ct val="50000"/>
              </a:spcBef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</a:t>
            </a:r>
            <a:r>
              <a:rPr lang="ko-KR" altLang="en-US" sz="1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태깅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정의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]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호출 이벤트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search_result</a:t>
            </a:r>
            <a:endParaRPr lang="ko-KR" altLang="en-US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37C598-1ED2-55F5-06DA-D7A23DF48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76626"/>
            <a:ext cx="3460898" cy="5196583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D8A3D04-5F79-86BA-43B7-450F7B6D8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595238"/>
              </p:ext>
            </p:extLst>
          </p:nvPr>
        </p:nvGraphicFramePr>
        <p:xfrm>
          <a:off x="5464645" y="1698666"/>
          <a:ext cx="5758020" cy="43049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3054">
                  <a:extLst>
                    <a:ext uri="{9D8B030D-6E8A-4147-A177-3AD203B41FA5}">
                      <a16:colId xmlns:a16="http://schemas.microsoft.com/office/drawing/2014/main" val="3010567928"/>
                    </a:ext>
                  </a:extLst>
                </a:gridCol>
                <a:gridCol w="1052585">
                  <a:extLst>
                    <a:ext uri="{9D8B030D-6E8A-4147-A177-3AD203B41FA5}">
                      <a16:colId xmlns:a16="http://schemas.microsoft.com/office/drawing/2014/main" val="177455606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7472886"/>
                    </a:ext>
                  </a:extLst>
                </a:gridCol>
                <a:gridCol w="1807133">
                  <a:extLst>
                    <a:ext uri="{9D8B030D-6E8A-4147-A177-3AD203B41FA5}">
                      <a16:colId xmlns:a16="http://schemas.microsoft.com/office/drawing/2014/main" val="4087625939"/>
                    </a:ext>
                  </a:extLst>
                </a:gridCol>
                <a:gridCol w="1875168">
                  <a:extLst>
                    <a:ext uri="{9D8B030D-6E8A-4147-A177-3AD203B41FA5}">
                      <a16:colId xmlns:a16="http://schemas.microsoft.com/office/drawing/2014/main" val="4214951723"/>
                    </a:ext>
                  </a:extLst>
                </a:gridCol>
              </a:tblGrid>
              <a:tr h="18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u="none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No</a:t>
                      </a:r>
                      <a:endParaRPr lang="ko-KR" altLang="en-US" sz="700" b="1" u="none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738" marR="39738" marT="19869" marB="19869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Event property</a:t>
                      </a:r>
                      <a:endParaRPr lang="ko-KR" altLang="en-US" sz="700" b="1" u="none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738" marR="39738" marT="19869" marB="19869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property </a:t>
                      </a:r>
                      <a:r>
                        <a:rPr lang="ko-KR" altLang="en-US" sz="700" b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39738" marR="39738" marT="19869" marB="19869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value</a:t>
                      </a:r>
                      <a:endParaRPr lang="ko-KR" altLang="en-US" sz="700" b="1" u="none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738" marR="39738" marT="19869" marB="19869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description</a:t>
                      </a:r>
                      <a:endParaRPr lang="ko-KR" altLang="en-US" sz="700" b="1" u="none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738" marR="39738" marT="19869" marB="19869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562261"/>
                  </a:ext>
                </a:extLst>
              </a:tr>
              <a:tr h="123649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domain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kern="1200" noProof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m.hanatour.com</a:t>
                      </a:r>
                      <a:endParaRPr lang="ko-KR" altLang="en-US" sz="700" b="0" u="none" kern="1200" noProof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700" b="0" u="none">
                        <a:solidFill>
                          <a:srgbClr val="0070C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9738" marR="39738" marT="19869" marB="19869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033437"/>
                  </a:ext>
                </a:extLst>
              </a:tr>
              <a:tr h="215522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queryString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?keyword=</a:t>
                      </a:r>
                      <a:r>
                        <a:rPr lang="ko-KR" alt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프라하</a:t>
                      </a:r>
                      <a:endParaRPr 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68343"/>
                  </a:ext>
                </a:extLst>
              </a:tr>
              <a:tr h="225984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keyword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프라하</a:t>
                      </a:r>
                      <a:endParaRPr 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인입된 검색어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keyword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878052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tab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value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값 변경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추천</a:t>
                      </a:r>
                      <a:endParaRPr 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이벤트 호출 시점의 통검 탭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참고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tab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 아래와 같이 변경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(AS-IS) AI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검색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(TO-BE)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701420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srMainCateg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value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값 변경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H-AI </a:t>
                      </a:r>
                      <a:r>
                        <a:rPr lang="ko-KR" alt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영상</a:t>
                      </a:r>
                      <a:endParaRPr 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통검 추천탭내 컴포넌트명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예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해외여행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호텔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H-AI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영상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[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참고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]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기존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숏플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’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value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값 아래와 같이 변경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(AS-IS) 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숏플</a:t>
                      </a: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(TO-BE) H-AI</a:t>
                      </a: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731132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kern="1200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통검 결과 페이지값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976708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bSessionId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7ea379a2-c5d6-dfef-92b9-eaa4188321c3</a:t>
                      </a:r>
                      <a:endParaRPr lang="ko-KR" alt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05565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locationPathname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/dcr/all-search</a:t>
                      </a:r>
                      <a:endParaRPr lang="ko-KR" alt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919754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prePage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592568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isLogin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false</a:t>
                      </a:r>
                      <a:endParaRPr lang="ko-KR" alt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242947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resPathCd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DCM </a:t>
                      </a:r>
                      <a:endParaRPr lang="ko-KR" alt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49195"/>
                  </a:ext>
                </a:extLst>
              </a:tr>
              <a:tr h="198031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lnSpc>
                          <a:spcPct val="150000"/>
                        </a:lnSpc>
                      </a:pPr>
                      <a:r>
                        <a:rPr lang="en-US" altLang="ko-KR" sz="700" b="1" u="non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</a:t>
                      </a:r>
                      <a:endParaRPr lang="ko-KR" altLang="en-US" sz="700" b="1" u="none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50000"/>
                        </a:lnSpc>
                      </a:pPr>
                      <a:r>
                        <a:rPr lang="en-US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prodTabMove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2BB4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기존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u="none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true</a:t>
                      </a:r>
                      <a:endParaRPr lang="ko-KR" altLang="en-US" sz="700" b="0" u="none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8543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DC9CBD-4154-0402-3399-05006E8298C6}"/>
              </a:ext>
            </a:extLst>
          </p:cNvPr>
          <p:cNvSpPr txBox="1"/>
          <p:nvPr/>
        </p:nvSpPr>
        <p:spPr>
          <a:xfrm>
            <a:off x="5464645" y="1137702"/>
            <a:ext cx="19033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 err="1">
                <a:solidFill>
                  <a:srgbClr val="C00000"/>
                </a:solidFill>
              </a:rPr>
              <a:t>태깅</a:t>
            </a:r>
            <a:r>
              <a:rPr lang="ko-KR" altLang="en-US" sz="1000" b="1" dirty="0">
                <a:solidFill>
                  <a:srgbClr val="C00000"/>
                </a:solidFill>
              </a:rPr>
              <a:t> 항목</a:t>
            </a:r>
          </a:p>
        </p:txBody>
      </p:sp>
    </p:spTree>
    <p:extLst>
      <p:ext uri="{BB962C8B-B14F-4D97-AF65-F5344CB8AC3E}">
        <p14:creationId xmlns:p14="http://schemas.microsoft.com/office/powerpoint/2010/main" val="212553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sz="10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0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CA5FAD78BF62F45BD87B1EAB6DAC20C" ma:contentTypeVersion="12" ma:contentTypeDescription="새 문서를 만듭니다." ma:contentTypeScope="" ma:versionID="0cfbf59b7d4d38698a5660fc6b3ad01e">
  <xsd:schema xmlns:xsd="http://www.w3.org/2001/XMLSchema" xmlns:xs="http://www.w3.org/2001/XMLSchema" xmlns:p="http://schemas.microsoft.com/office/2006/metadata/properties" xmlns:ns2="9a88b31c-b8f4-47dd-bcb1-f230aa8b4ce3" xmlns:ns3="665ff496-928e-4250-9dea-e05c9aaaf472" targetNamespace="http://schemas.microsoft.com/office/2006/metadata/properties" ma:root="true" ma:fieldsID="93c94c33480631a5c4d703a40e5d9788" ns2:_="" ns3:_="">
    <xsd:import namespace="9a88b31c-b8f4-47dd-bcb1-f230aa8b4ce3"/>
    <xsd:import namespace="665ff496-928e-4250-9dea-e05c9aaaf4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88b31c-b8f4-47dd-bcb1-f230aa8b4c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ed8afb7-d9d1-4bb5-b4a8-fc35c2faa9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5ff496-928e-4250-9dea-e05c9aaaf47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c4b4cd3-6b51-43bf-afe5-b60ea00f652b}" ma:internalName="TaxCatchAll" ma:showField="CatchAllData" ma:web="665ff496-928e-4250-9dea-e05c9aaaf4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88b31c-b8f4-47dd-bcb1-f230aa8b4ce3">
      <Terms xmlns="http://schemas.microsoft.com/office/infopath/2007/PartnerControls"/>
    </lcf76f155ced4ddcb4097134ff3c332f>
    <TaxCatchAll xmlns="665ff496-928e-4250-9dea-e05c9aaaf472" xsi:nil="true"/>
  </documentManagement>
</p:properties>
</file>

<file path=customXml/itemProps1.xml><?xml version="1.0" encoding="utf-8"?>
<ds:datastoreItem xmlns:ds="http://schemas.openxmlformats.org/officeDocument/2006/customXml" ds:itemID="{E77F2E29-DB7C-4DD6-BFF8-2D13B10201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88b31c-b8f4-47dd-bcb1-f230aa8b4ce3"/>
    <ds:schemaRef ds:uri="665ff496-928e-4250-9dea-e05c9aaaf4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2C4076-7BB3-4C3A-A0DB-A1CC388F5D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01527C-B53D-4C7D-80EB-D06FA30316D0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74da44f5-65c5-4038-afe9-0a575bc66fc2"/>
    <ds:schemaRef ds:uri="e428d7c6-98d3-496e-8ef2-329411ef0966"/>
    <ds:schemaRef ds:uri="9a88b31c-b8f4-47dd-bcb1-f230aa8b4ce3"/>
    <ds:schemaRef ds:uri="665ff496-928e-4250-9dea-e05c9aaaf47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183</Words>
  <Application>Microsoft Macintosh PowerPoint</Application>
  <PresentationFormat>와이드스크린</PresentationFormat>
  <Paragraphs>85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나눔고딕</vt:lpstr>
      <vt:lpstr>맑은 고딕</vt:lpstr>
      <vt:lpstr>Apple SD Gothic Neo</vt:lpstr>
      <vt:lpstr>Pretendard</vt:lpstr>
      <vt:lpstr>Arial</vt:lpstr>
      <vt:lpstr>Office 테마</vt:lpstr>
      <vt:lpstr>[서비스명]태깅 정의서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위다은</dc:creator>
  <cp:lastModifiedBy>김병광</cp:lastModifiedBy>
  <cp:revision>122</cp:revision>
  <dcterms:created xsi:type="dcterms:W3CDTF">2020-11-23T01:18:53Z</dcterms:created>
  <dcterms:modified xsi:type="dcterms:W3CDTF">2026-03-05T08:03:06Z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0x010100CCA5FAD78BF62F45BD87B1EAB6DAC20C</vt:lpwstr>
  </property>
  <property fmtid="{D5CDD505-2E9C-101B-9397-08002B2CF9AE}" pid="3" name="MediaServiceImageTags">
    <vt:lpwstr/>
  </property>
</Properties>
</file>